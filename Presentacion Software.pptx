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9" r:id="rId6"/>
    <p:sldId id="265" r:id="rId7"/>
    <p:sldId id="263" r:id="rId8"/>
    <p:sldId id="266" r:id="rId9"/>
    <p:sldId id="264" r:id="rId10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B6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3"/>
    <p:restoredTop sz="94694"/>
  </p:normalViewPr>
  <p:slideViewPr>
    <p:cSldViewPr snapToGrid="0" snapToObjects="1">
      <p:cViewPr>
        <p:scale>
          <a:sx n="66" d="100"/>
          <a:sy n="66" d="100"/>
        </p:scale>
        <p:origin x="72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673109-C8B3-224C-969F-0F6EB2FC9F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6670" y="868362"/>
            <a:ext cx="5049795" cy="5433584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s-ES_tradn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D7FCB43-AB36-D248-8C78-F5960715F4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53664" y="868361"/>
            <a:ext cx="5391665" cy="5433583"/>
          </a:xfrm>
        </p:spPr>
        <p:txBody>
          <a:bodyPr anchor="b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676855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C1E510-7C13-A846-B37A-BA946E44F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026" y="790832"/>
            <a:ext cx="4843369" cy="5386131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D99FA2-4AC8-0840-B4AD-C7FE91C41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55126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F2770C-0E60-D64B-9222-9BFF65FC2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57A42B7-C907-5D43-B9A7-A6CFAE4AE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530317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215BF1-7411-FC42-82FC-A54A6AC12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026" y="951471"/>
            <a:ext cx="4843369" cy="2582562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D9CD133-7095-834F-B9A6-1F850D71C6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3594399"/>
            <a:ext cx="4843369" cy="258256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74E5179-34CE-E04D-8E27-6837B56AD2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951471"/>
            <a:ext cx="5181600" cy="522549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817562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3E5C39-2DA5-AF44-BF69-B2D059907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4818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01C6CBF-44A7-044E-BA04-F177763082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6422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35EB88C-31ED-F340-8270-66AAE00E16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888135"/>
            <a:ext cx="5157787" cy="34632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8A12139-7A0C-794B-A4CD-07147C9072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06422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984DF1F-B468-BD4D-80C3-787FFE9C83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888135"/>
            <a:ext cx="5183188" cy="34632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224727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01CA8C-25A9-6E41-856C-BE362E1D1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026" y="790832"/>
            <a:ext cx="4843369" cy="5386131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83714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869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A54FF6-3CF2-D347-98CD-18BB32092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45292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S_tradn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A72D87-3390-FB47-8FFD-2B6A194727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81D3486-0C25-4049-ABF3-912F112D5F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45492"/>
            <a:ext cx="3932237" cy="33234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310926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6E4F92-C65A-2F43-8033-8D9CBCBB9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S_tradnl" dirty="0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B4D0887-8484-2F42-9B7A-393B858E02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ES_tradn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9123ED5-FA0D-1E45-BD02-DB15D70175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7624"/>
            <a:ext cx="3932237" cy="328136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556307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D70F56-2E55-1946-9E67-6334CC2D0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026" y="790832"/>
            <a:ext cx="4843369" cy="5386131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747BB3F-16DC-A049-85B9-6385A272A2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21538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8F433EE-6556-7D4B-9DB2-471F09A21B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790831"/>
            <a:ext cx="2628900" cy="5386131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792CDC9-4FE9-9340-A3F9-23CC01DC64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790831"/>
            <a:ext cx="7734300" cy="538613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798301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4DA6EC2-A3F6-0C4A-921D-AEEFCF6D3D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55957" y="790832"/>
            <a:ext cx="5397843" cy="53861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ES_tradnl" dirty="0"/>
          </a:p>
        </p:txBody>
      </p:sp>
      <p:sp>
        <p:nvSpPr>
          <p:cNvPr id="7" name="Marcador de título 6">
            <a:extLst>
              <a:ext uri="{FF2B5EF4-FFF2-40B4-BE49-F238E27FC236}">
                <a16:creationId xmlns:a16="http://schemas.microsoft.com/office/drawing/2014/main" id="{3D0F565D-6F85-B14C-B707-DEF86B774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0832"/>
            <a:ext cx="5117757" cy="53861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585171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6DB609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2">
              <a:lumMod val="25000"/>
            </a:schemeClr>
          </a:solidFill>
          <a:latin typeface="Century Gothic" panose="020B0502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>
              <a:lumMod val="25000"/>
            </a:schemeClr>
          </a:solidFill>
          <a:latin typeface="Century Gothic" panose="020B0502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>
              <a:lumMod val="25000"/>
            </a:schemeClr>
          </a:solidFill>
          <a:latin typeface="Century Gothic" panose="020B0502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25000"/>
            </a:schemeClr>
          </a:solidFill>
          <a:latin typeface="Century Gothic" panose="020B0502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25000"/>
            </a:schemeClr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30C468-4C99-B245-931A-0F640A3139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49079" y="1320205"/>
            <a:ext cx="5365829" cy="3073103"/>
          </a:xfrm>
        </p:spPr>
        <p:txBody>
          <a:bodyPr anchor="b">
            <a:noAutofit/>
          </a:bodyPr>
          <a:lstStyle/>
          <a:p>
            <a:pPr algn="ctr"/>
            <a:r>
              <a:rPr lang="es-ES" sz="2800" dirty="0">
                <a:solidFill>
                  <a:schemeClr val="bg1"/>
                </a:solidFill>
              </a:rPr>
              <a:t>Aplicación web con base a un inventario de banco de semillas como instrumento para la reforestación de especies nativas arbóreas en Facatativá </a:t>
            </a:r>
            <a:r>
              <a:rPr lang="es-ES" sz="2800" dirty="0" smtClean="0">
                <a:solidFill>
                  <a:schemeClr val="bg1"/>
                </a:solidFill>
              </a:rPr>
              <a:t/>
            </a:r>
            <a:br>
              <a:rPr lang="es-ES" sz="2800" dirty="0" smtClean="0">
                <a:solidFill>
                  <a:schemeClr val="bg1"/>
                </a:solidFill>
              </a:rPr>
            </a:br>
            <a:r>
              <a:rPr lang="es-ES" sz="4400" dirty="0" smtClean="0">
                <a:solidFill>
                  <a:schemeClr val="bg1"/>
                </a:solidFill>
              </a:rPr>
              <a:t>Sowing O2</a:t>
            </a:r>
            <a:endParaRPr lang="es-ES_tradnl" sz="4400" dirty="0">
              <a:solidFill>
                <a:schemeClr val="bg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AA0EA59-2076-664B-9B38-93036EF435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00520" y="4543342"/>
            <a:ext cx="4724024" cy="1330036"/>
          </a:xfrm>
        </p:spPr>
        <p:txBody>
          <a:bodyPr anchor="t">
            <a:normAutofit fontScale="85000" lnSpcReduction="20000"/>
          </a:bodyPr>
          <a:lstStyle/>
          <a:p>
            <a:r>
              <a:rPr lang="es-ES_tradnl" dirty="0" smtClean="0">
                <a:solidFill>
                  <a:schemeClr val="bg1"/>
                </a:solidFill>
              </a:rPr>
              <a:t>Integrantes</a:t>
            </a:r>
            <a:endParaRPr lang="es-ES_tradnl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</a:rPr>
              <a:t>Gabriela Álvarez Martínez</a:t>
            </a:r>
            <a:endParaRPr lang="es-CO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</a:rPr>
              <a:t>Iván Yesid Camargo Bocachica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</a:rPr>
              <a:t>Sergio Daniel Castro salamanca</a:t>
            </a:r>
          </a:p>
          <a:p>
            <a:endParaRPr lang="es-ES_tradnl" dirty="0">
              <a:solidFill>
                <a:schemeClr val="bg1"/>
              </a:solidFill>
            </a:endParaRP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7EC198C4-85B5-04B1-5B19-CE844CBA75B6}"/>
              </a:ext>
            </a:extLst>
          </p:cNvPr>
          <p:cNvSpPr txBox="1">
            <a:spLocks/>
          </p:cNvSpPr>
          <p:nvPr/>
        </p:nvSpPr>
        <p:spPr>
          <a:xfrm>
            <a:off x="6673862" y="6118025"/>
            <a:ext cx="5088552" cy="6845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1200" dirty="0">
                <a:solidFill>
                  <a:schemeClr val="bg1"/>
                </a:solidFill>
              </a:rPr>
              <a:t>Programa ingeniería de sistemas y computación  - Ext. Facatativá</a:t>
            </a:r>
          </a:p>
          <a:p>
            <a:r>
              <a:rPr lang="es-ES_tradnl" sz="1200" dirty="0">
                <a:solidFill>
                  <a:schemeClr val="bg1"/>
                </a:solidFill>
              </a:rPr>
              <a:t>II - 2022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4436" y="223256"/>
            <a:ext cx="1016193" cy="1016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443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74E845-CBFB-2B45-BDDE-405560642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8426" y="499888"/>
            <a:ext cx="10156774" cy="1287350"/>
          </a:xfrm>
        </p:spPr>
        <p:txBody>
          <a:bodyPr>
            <a:normAutofit fontScale="90000"/>
          </a:bodyPr>
          <a:lstStyle/>
          <a:p>
            <a:r>
              <a:rPr lang="es-MX" dirty="0" smtClean="0"/>
              <a:t>¿De </a:t>
            </a:r>
            <a:r>
              <a:rPr lang="es-MX" dirty="0"/>
              <a:t>donde nació la idea del proyecto?</a:t>
            </a:r>
            <a:endParaRPr lang="es-ES_tradnl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l="535" t="865" r="575" b="1724"/>
          <a:stretch/>
        </p:blipFill>
        <p:spPr>
          <a:xfrm>
            <a:off x="2508250" y="1337875"/>
            <a:ext cx="7077126" cy="5013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71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74E845-CBFB-2B45-BDDE-405560642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8426" y="525288"/>
            <a:ext cx="10156774" cy="1287350"/>
          </a:xfrm>
        </p:spPr>
        <p:txBody>
          <a:bodyPr>
            <a:normAutofit fontScale="90000"/>
          </a:bodyPr>
          <a:lstStyle/>
          <a:p>
            <a:r>
              <a:rPr lang="es-MX" dirty="0"/>
              <a:t>De donde nació la idea del proyecto?</a:t>
            </a:r>
            <a:endParaRPr lang="es-ES_tradnl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2"/>
          <a:srcRect l="634" t="1043"/>
          <a:stretch/>
        </p:blipFill>
        <p:spPr>
          <a:xfrm>
            <a:off x="2544843" y="1435100"/>
            <a:ext cx="7003939" cy="488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79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4EDA42-1ED1-D1C3-CA36-8D255A99A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3366" y="234085"/>
            <a:ext cx="7910368" cy="853353"/>
          </a:xfrm>
        </p:spPr>
        <p:txBody>
          <a:bodyPr>
            <a:normAutofit fontScale="90000"/>
          </a:bodyPr>
          <a:lstStyle/>
          <a:p>
            <a:pPr algn="ctr"/>
            <a:r>
              <a:rPr lang="es-MX" dirty="0"/>
              <a:t>Modelos </a:t>
            </a:r>
            <a:r>
              <a:rPr lang="es-MX" dirty="0" smtClean="0"/>
              <a:t>y diagramas</a:t>
            </a:r>
            <a:endParaRPr lang="es-CO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6349" y="1338033"/>
            <a:ext cx="6884401" cy="5212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988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4EDA42-1ED1-D1C3-CA36-8D255A99A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3366" y="234085"/>
            <a:ext cx="7910368" cy="853353"/>
          </a:xfrm>
        </p:spPr>
        <p:txBody>
          <a:bodyPr>
            <a:normAutofit fontScale="90000"/>
          </a:bodyPr>
          <a:lstStyle/>
          <a:p>
            <a:pPr algn="ctr"/>
            <a:r>
              <a:rPr lang="es-MX" dirty="0"/>
              <a:t>Modelos </a:t>
            </a:r>
            <a:r>
              <a:rPr lang="es-MX" dirty="0" smtClean="0"/>
              <a:t>y diagramas</a:t>
            </a:r>
            <a:endParaRPr lang="es-CO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3504" y="1130980"/>
            <a:ext cx="6390414" cy="5560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953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74E845-CBFB-2B45-BDDE-405560642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5590" y="957551"/>
            <a:ext cx="2449688" cy="805739"/>
          </a:xfrm>
        </p:spPr>
        <p:txBody>
          <a:bodyPr/>
          <a:lstStyle/>
          <a:p>
            <a:pPr algn="ctr"/>
            <a:r>
              <a:rPr lang="es-ES_tradnl" dirty="0"/>
              <a:t>DEMO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9" t="351" r="10998" b="31809"/>
          <a:stretch/>
        </p:blipFill>
        <p:spPr>
          <a:xfrm>
            <a:off x="816026" y="2238665"/>
            <a:ext cx="5284408" cy="3158835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3" r="11614" b="22489"/>
          <a:stretch/>
        </p:blipFill>
        <p:spPr>
          <a:xfrm>
            <a:off x="6301308" y="2235913"/>
            <a:ext cx="5551320" cy="3161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619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Verde amarillo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1" id="{8EAC3530-8AC4-D74F-B296-6919681390F8}" vid="{D9E13034-D17A-6D46-A2BB-C0DDB8737C12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6473348171C504381AA75202EEAAE9A" ma:contentTypeVersion="4" ma:contentTypeDescription="Crear nuevo documento." ma:contentTypeScope="" ma:versionID="68b06bfb969f1509d82e68ba1fe04163">
  <xsd:schema xmlns:xsd="http://www.w3.org/2001/XMLSchema" xmlns:xs="http://www.w3.org/2001/XMLSchema" xmlns:p="http://schemas.microsoft.com/office/2006/metadata/properties" xmlns:ns2="e59b6264-9e98-4a31-b0f7-e3e28b38012a" targetNamespace="http://schemas.microsoft.com/office/2006/metadata/properties" ma:root="true" ma:fieldsID="60b565ceb946b55d7d46ffa1a5444e3b" ns2:_="">
    <xsd:import namespace="e59b6264-9e98-4a31-b0f7-e3e28b38012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9b6264-9e98-4a31-b0f7-e3e28b38012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B2C4BBD-72F2-45F9-8992-38169C6EB7A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89BBAF1-394A-4142-BA6D-41F07393A81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59b6264-9e98-4a31-b0f7-e3e28b38012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E33AD44-286F-428D-8E2E-5366C30051D1}">
  <ds:schemaRefs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e59b6264-9e98-4a31-b0f7-e3e28b38012a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Proyectos Integradores</Template>
  <TotalTime>132</TotalTime>
  <Words>71</Words>
  <Application>Microsoft Office PowerPoint</Application>
  <PresentationFormat>Panorámica</PresentationFormat>
  <Paragraphs>12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Arial</vt:lpstr>
      <vt:lpstr>Century Gothic</vt:lpstr>
      <vt:lpstr>Tema de Office</vt:lpstr>
      <vt:lpstr>Aplicación web con base a un inventario de banco de semillas como instrumento para la reforestación de especies nativas arbóreas en Facatativá  Sowing O2</vt:lpstr>
      <vt:lpstr>¿De donde nació la idea del proyecto?</vt:lpstr>
      <vt:lpstr>De donde nació la idea del proyecto?</vt:lpstr>
      <vt:lpstr>Modelos y diagramas</vt:lpstr>
      <vt:lpstr>Modelos y diagramas</vt:lpstr>
      <vt:lpstr>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Titulo del PI </dc:title>
  <dc:creator>OSCAR JAVIER MORERA</dc:creator>
  <cp:lastModifiedBy>57301</cp:lastModifiedBy>
  <cp:revision>11</cp:revision>
  <dcterms:created xsi:type="dcterms:W3CDTF">2022-10-27T16:44:48Z</dcterms:created>
  <dcterms:modified xsi:type="dcterms:W3CDTF">2024-11-15T01:42:13Z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0x01010066473348171C504381AA75202EEAAE9A</vt:lpwstr>
  </property>
</Properties>
</file>